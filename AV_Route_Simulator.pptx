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461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12CC8-6A2C-81A4-F8B4-1F31A9DA5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4135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4CDCD8-43D9-6BF3-1340-5BFEEE691D0A}"/>
              </a:ext>
            </a:extLst>
          </p:cNvPr>
          <p:cNvSpPr txBox="1"/>
          <p:nvPr/>
        </p:nvSpPr>
        <p:spPr>
          <a:xfrm>
            <a:off x="1037492" y="1773465"/>
            <a:ext cx="6843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Autonomous Route Simulator</a:t>
            </a:r>
            <a:endParaRPr lang="en-IN" sz="4000" b="1" dirty="0">
              <a:solidFill>
                <a:srgbClr val="0F2744"/>
              </a:solidFill>
              <a:latin typeface="Merriweather"/>
            </a:endParaRPr>
          </a:p>
          <a:p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6A2E57-68BB-049A-580C-63313BCB0060}"/>
              </a:ext>
            </a:extLst>
          </p:cNvPr>
          <p:cNvSpPr txBox="1"/>
          <p:nvPr/>
        </p:nvSpPr>
        <p:spPr>
          <a:xfrm>
            <a:off x="5413427" y="3355763"/>
            <a:ext cx="373057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dirty="0"/>
              <a:t>PRESENTED BY 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P.AUSHRAY (25MVCSMR0522)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M.MANIKANTA (25MVCSMR0513)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B.VIJAY KUMAR (25MVCSMR0471)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MD.SHOAIB (25MVCSMR0515)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569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Simulator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260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simulate and compare safe routes for self-driving vehicles before they hit the road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|  Team: [Your Team Name]</a:t>
            </a:r>
            <a:endParaRPr lang="en-US" sz="1400" dirty="0"/>
          </a:p>
        </p:txBody>
      </p:sp>
      <p:pic>
        <p:nvPicPr>
          <p:cNvPr id="6" name="Image 0" descr="Simulated city map with optimal rou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280160"/>
            <a:ext cx="3474720" cy="2221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908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real-world testing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2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trials are expensive, slow and risky for every new route or scenario.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280160"/>
            <a:ext cx="25908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9480" y="146304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conditions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59480" y="2011680"/>
            <a:ext cx="222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weather, obstacles and signals change constantly and are hard to reproduce.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280160"/>
            <a:ext cx="259080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8880" y="1463040"/>
            <a:ext cx="222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comparison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78880" y="2011680"/>
            <a:ext cx="222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lack a quick way to compare routes on safety, time and energy together.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testing ground where an autonomous vehicle drives routes in a simulated city, reacts to dynamic events, and reports the best route.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6032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Simulate: 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traffic, obstacles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Optimize: 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with live re-routing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Analyze: 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safety, energy</a:t>
            </a:r>
            <a:endParaRPr lang="en-US" sz="1600" dirty="0"/>
          </a:p>
        </p:txBody>
      </p:sp>
      <p:pic>
        <p:nvPicPr>
          <p:cNvPr id="6" name="Image 0" descr="Vehicle re-routing around a blocked ro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3749040" cy="23957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3776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road detected, route recalculated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Inputs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goal, traffic, obstacles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37744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87752" y="146304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0632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770632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Planner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2834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/ Dijkstra shortest safe path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37744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18304" y="146304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01184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901184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Simulation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01184" y="2834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speed control, re-routing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2377440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848856" y="1463040"/>
            <a:ext cx="182880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31736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031736" y="2148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Dashboard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31736" y="2834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visualization and route score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re-routing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blocks and congestion live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28016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6324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testing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1874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Rain, night, rush hour, accidents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429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risk and rule compliance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2834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429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map with live stats</a:t>
            </a:r>
            <a:endParaRPr lang="en-US" sz="1200" dirty="0"/>
          </a:p>
        </p:txBody>
      </p:sp>
      <p:pic>
        <p:nvPicPr>
          <p:cNvPr id="16" name="Image 0" descr="Route comparison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3200400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85950" cy="256032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5201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HTML Canvas for map and live animation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71750" y="1371600"/>
            <a:ext cx="1885950" cy="256032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54630" y="15544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754630" y="2103120"/>
            <a:ext cx="15201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 / FastAPI) with simulation engine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86300" y="1371600"/>
            <a:ext cx="1885950" cy="256032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5544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2103120"/>
            <a:ext cx="15201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A*, Dijkstra, collision checks, NetworkX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00850" y="1371600"/>
            <a:ext cx="1885950" cy="2560320"/>
          </a:xfrm>
          <a:prstGeom prst="roundRect">
            <a:avLst>
              <a:gd name="adj" fmla="val 484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83730" y="1554480"/>
            <a:ext cx="1520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983730" y="2103120"/>
            <a:ext cx="152019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or custom grid maps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this slide to match what you actually used.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0050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3634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36347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testing cost, speeds up development and makes autonomous driving safer to validate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86300" y="1371600"/>
            <a:ext cx="400050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9180" y="1554480"/>
            <a:ext cx="3634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69180" y="2103120"/>
            <a:ext cx="36347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ML-based driving behavior, multi-vehicle simulation and real traffic data feeds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341</Words>
  <Application>Microsoft Office PowerPoint</Application>
  <PresentationFormat>On-screen Show (16:9)</PresentationFormat>
  <Paragraphs>71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Vehicle Route Simulator</dc:title>
  <dc:subject>PptxGenJS Presentation</dc:subject>
  <dc:creator>PptxGenJS</dc:creator>
  <cp:lastModifiedBy>masadi manikanta</cp:lastModifiedBy>
  <cp:revision>2</cp:revision>
  <dcterms:created xsi:type="dcterms:W3CDTF">2026-10-03T05:16:34Z</dcterms:created>
  <dcterms:modified xsi:type="dcterms:W3CDTF">2026-10-03T06:24:47Z</dcterms:modified>
</cp:coreProperties>
</file>